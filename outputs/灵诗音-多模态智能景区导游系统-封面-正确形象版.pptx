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dbde8d9e524971" /><Relationship Type="http://schemas.openxmlformats.org/officeDocument/2006/relationships/extended-properties" Target="/docProps/app.xml" Id="R8111d92913eb4790" /><Relationship Type="http://schemas.openxmlformats.org/officeDocument/2006/relationships/officeDocument" Target="/ppt/presentation.xml" Id="R3f39b631e71b46a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9ddc29b4fc94e1d"/>
  </p:sldMasterIdLst>
  <p:notesMasterIdLst>
    <p:notesMasterId xmlns:r="http://schemas.openxmlformats.org/officeDocument/2006/relationships" r:id="R8b239f34cd724c0b"/>
  </p:notesMasterIdLst>
  <p:sldIdLst>
    <p:sldId xmlns:r="http://schemas.openxmlformats.org/officeDocument/2006/relationships" id="256" r:id="R394396f5b9374c3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6431a8b2d95428d" /><Relationship Type="http://schemas.openxmlformats.org/officeDocument/2006/relationships/slideMaster" Target="/ppt/slideMasters/slideMaster1.xml" Id="R39ddc29b4fc94e1d" /><Relationship Type="http://schemas.openxmlformats.org/officeDocument/2006/relationships/notesMaster" Target="/ppt/notesMasters/notesMaster1.xml" Id="R8b239f34cd724c0b" /><Relationship Type="http://schemas.openxmlformats.org/officeDocument/2006/relationships/presProps" Target="/ppt/presProps.xml" Id="R8f0f13de6f8e4e9b" /><Relationship Type="http://schemas.openxmlformats.org/officeDocument/2006/relationships/tableStyles" Target="/ppt/tableStyles.xml" Id="Rb8499709465749c4" /><Relationship Type="http://schemas.openxmlformats.org/officeDocument/2006/relationships/slide" Target="/ppt/slides/slide1.xml" Id="R394396f5b9374c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c75278adaf14d9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4dce44ea6974372" /><Relationship Type="http://schemas.openxmlformats.org/officeDocument/2006/relationships/notesMaster" Target="/ppt/notesMasters/notesMaster1.xml" Id="R663f1fdf4e6246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8e52d3a5b6486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838e130bd242fb" /><Relationship Type="http://schemas.openxmlformats.org/officeDocument/2006/relationships/slideLayout" Target="/ppt/slideLayouts/slideLayout1.xml" Id="Rfb40704abc6847b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b40704abc6847b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25a32ef7c947da" /><Relationship Type="http://schemas.openxmlformats.org/officeDocument/2006/relationships/image" Target="/ppt/media/image.png" Id="Rc03b4c18c0cb4318" /><Relationship Type="http://schemas.openxmlformats.org/officeDocument/2006/relationships/image" Target="/ppt/media/image2.png" Id="R108328c0fba34c8a" /><Relationship Type="http://schemas.openxmlformats.org/officeDocument/2006/relationships/notesSlide" Target="/ppt/notesSlides/notesSlide1.xml" Id="R7d8d0cc282fd4cb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EA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3b4c18c0cb431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8328c0fba34c8a"/>
          <a:stretch xmlns:a="http://schemas.openxmlformats.org/drawingml/2006/main"/>
        </p:blipFill>
        <p:spPr>
          <a:xfrm xmlns:a="http://schemas.openxmlformats.org/drawingml/2006/main">
            <a:off x="1053352" y="190500"/>
            <a:ext cx="3836897" cy="6477000"/>
          </a:xfrm>
          <a:prstGeom xmlns:a="http://schemas.openxmlformats.org/drawingml/2006/main" prst="rect">
            <a:avLst/>
          </a:prstGeom>
        </p:spPr>
      </p:pic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1D0F3598-6A44-4285-A1FF-E9441A1DB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90750"/>
            <a:ext cx="4095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243C3A"/>
                </a:solidFill>
              </a:defRPr>
            </a:pPr>
            <a:r>
              <a:rPr sz="5700" b="1">
                <a:solidFill>
                  <a:srgbClr val="243C3A"/>
                </a:solidFill>
              </a:rPr>
              <a:t>灵诗音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03597DBB-9CDA-4151-AF6A-DD1B2910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7660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15F5A"/>
                </a:solidFill>
              </a:defRPr>
            </a:pPr>
            <a:r>
              <a:rPr sz="2025" b="0">
                <a:solidFill>
                  <a:srgbClr val="315F5A"/>
                </a:solidFill>
              </a:rPr>
              <a:t>多模态智能景区导游系统</a:t>
            </a:r>
          </a:p>
        </p:txBody>
      </p:sp>
      <p:sp>
        <p:nvSpPr>
          <p:cNvPr id="5" name="cover-divider">
            <a:extLst xmlns:a="http://schemas.openxmlformats.org/drawingml/2006/main">
              <a:ext uri="{FF2B5EF4-FFF2-40B4-BE49-F238E27FC236}">
                <a16:creationId xmlns:a16="http://schemas.microsoft.com/office/drawing/2014/main" id="{9E4E6D06-9E23-4D61-AC42-E9F786102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862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B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label">
            <a:extLst xmlns:a="http://schemas.openxmlformats.org/drawingml/2006/main">
              <a:ext uri="{FF2B5EF4-FFF2-40B4-BE49-F238E27FC236}">
                <a16:creationId xmlns:a16="http://schemas.microsoft.com/office/drawing/2014/main" id="{BADA4485-E24C-4DE1-9553-E8A8C4C12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5529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6250"/>
                </a:solidFill>
              </a:defRPr>
            </a:pPr>
            <a:r>
              <a:rPr sz="1500" b="0">
                <a:solidFill>
                  <a:srgbClr val="6F6250"/>
                </a:solidFill>
              </a:rPr>
              <a:t>产品方案介绍</a:t>
            </a:r>
          </a:p>
        </p:txBody>
      </p:sp>
      <p:sp>
        <p:nvSpPr>
          <p:cNvPr id="7" name="cover-date">
            <a:extLst xmlns:a="http://schemas.openxmlformats.org/drawingml/2006/main">
              <a:ext uri="{FF2B5EF4-FFF2-40B4-BE49-F238E27FC236}">
                <a16:creationId xmlns:a16="http://schemas.microsoft.com/office/drawing/2014/main" id="{6D7ABB9F-AA2B-407D-9603-2796475DF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9339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A7E6B"/>
                </a:solidFill>
              </a:defRPr>
            </a:pPr>
            <a:r>
              <a:rPr sz="1200" b="0">
                <a:solidFill>
                  <a:srgbClr val="8A7E6B"/>
                </a:solidFill>
              </a:rPr>
              <a:t>2026年7月</a:t>
            </a:r>
          </a:p>
        </p:txBody>
      </p:sp>
    </p:spTree>
    <p:extLst>
      <p:ext uri="{BB962C8B-B14F-4D97-AF65-F5344CB8AC3E}">
        <p14:creationId xmlns:p14="http://schemas.microsoft.com/office/powerpoint/2010/main" val="6155196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2026-07-19T07:58:33.4530000Z</dcterms:created>
  <dcterms:modified xsi:type="dcterms:W3CDTF">2026-07-19T07:58:33.4530000Z</dcterms:modified>
</coreProperties>
</file>