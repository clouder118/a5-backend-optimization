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c9e53e65604e44" /><Relationship Type="http://schemas.openxmlformats.org/officeDocument/2006/relationships/extended-properties" Target="/docProps/app.xml" Id="R93684d2e72534525" /><Relationship Type="http://schemas.openxmlformats.org/officeDocument/2006/relationships/officeDocument" Target="/ppt/presentation.xml" Id="R3604bf25ab2f4c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10b925284348bc"/>
  </p:sldMasterIdLst>
  <p:notesMasterIdLst>
    <p:notesMasterId xmlns:r="http://schemas.openxmlformats.org/officeDocument/2006/relationships" r:id="Rea6be8c50be04e40"/>
  </p:notesMasterIdLst>
  <p:sldIdLst>
    <p:sldId xmlns:r="http://schemas.openxmlformats.org/officeDocument/2006/relationships" id="256" r:id="R77520ede416247e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a9649db17342cf" /><Relationship Type="http://schemas.openxmlformats.org/officeDocument/2006/relationships/slideMaster" Target="/ppt/slideMasters/slideMaster1.xml" Id="Rf810b925284348bc" /><Relationship Type="http://schemas.openxmlformats.org/officeDocument/2006/relationships/notesMaster" Target="/ppt/notesMasters/notesMaster1.xml" Id="Rea6be8c50be04e40" /><Relationship Type="http://schemas.openxmlformats.org/officeDocument/2006/relationships/presProps" Target="/ppt/presProps.xml" Id="R6767833cb5304d5d" /><Relationship Type="http://schemas.openxmlformats.org/officeDocument/2006/relationships/tableStyles" Target="/ppt/tableStyles.xml" Id="R10cfd3dc1a0e4810" /><Relationship Type="http://schemas.openxmlformats.org/officeDocument/2006/relationships/slide" Target="/ppt/slides/slide1.xml" Id="R77520ede416247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5627e6d60e46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891f1939d7499f" /><Relationship Type="http://schemas.openxmlformats.org/officeDocument/2006/relationships/notesMaster" Target="/ppt/notesMasters/notesMaster1.xml" Id="R787fd0038fbf45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710e083a94a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66cf3c157c47b7" /><Relationship Type="http://schemas.openxmlformats.org/officeDocument/2006/relationships/slideLayout" Target="/ppt/slideLayouts/slideLayout1.xml" Id="R054a72ac6f0f4e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4a72ac6f0f4e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09b3c11b34a21" /><Relationship Type="http://schemas.openxmlformats.org/officeDocument/2006/relationships/image" Target="/ppt/media/image.png" Id="R21d0aa588f1e4534" /><Relationship Type="http://schemas.openxmlformats.org/officeDocument/2006/relationships/image" Target="/ppt/media/image2.png" Id="R6e70eaee9a174d07" /><Relationship Type="http://schemas.openxmlformats.org/officeDocument/2006/relationships/notesSlide" Target="/ppt/notesSlides/notesSlide1.xml" Id="Rc17cf821f49345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A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0aa588f1e453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0eaee9a174d07"/>
          <a:stretch xmlns:a="http://schemas.openxmlformats.org/drawingml/2006/main"/>
        </p:blipFill>
        <p:spPr>
          <a:xfrm xmlns:a="http://schemas.openxmlformats.org/drawingml/2006/main">
            <a:off x="876300" y="228600"/>
            <a:ext cx="4267200" cy="6400800"/>
          </a:xfrm>
          <a:prstGeom xmlns:a="http://schemas.openxmlformats.org/drawingml/2006/main" prst="rect">
            <a:avLst/>
          </a:prstGeom>
        </p:spPr>
      </p:pic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655F5C7-6917-4378-A7F1-0BC35F32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243C3A"/>
                </a:solidFill>
              </a:defRPr>
            </a:pPr>
            <a:r>
              <a:rPr sz="5700" b="1">
                <a:solidFill>
                  <a:srgbClr val="243C3A"/>
                </a:solidFill>
              </a:rPr>
              <a:t>灵诗音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E89A29E-B3D0-4328-8D60-DD2275E8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15F5A"/>
                </a:solidFill>
              </a:defRPr>
            </a:pPr>
            <a:r>
              <a:rPr sz="2025" b="0">
                <a:solidFill>
                  <a:srgbClr val="315F5A"/>
                </a:solidFill>
              </a:rPr>
              <a:t>多模态智能景区导游系统</a:t>
            </a:r>
          </a:p>
        </p:txBody>
      </p:sp>
      <p:sp>
        <p:nvSpPr>
          <p:cNvPr id="5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1627C92E-4B48-40B0-BF0E-AC5D73CB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862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label">
            <a:extLst xmlns:a="http://schemas.openxmlformats.org/drawingml/2006/main">
              <a:ext uri="{FF2B5EF4-FFF2-40B4-BE49-F238E27FC236}">
                <a16:creationId xmlns:a16="http://schemas.microsoft.com/office/drawing/2014/main" id="{62A90051-366F-44A1-BA51-9311088B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529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250"/>
                </a:solidFill>
              </a:defRPr>
            </a:pPr>
            <a:r>
              <a:rPr sz="1500" b="0">
                <a:solidFill>
                  <a:srgbClr val="6F6250"/>
                </a:solidFill>
              </a:rPr>
              <a:t>产品方案介绍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A4021681-3B07-4FDF-BDF6-689F8316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33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A7E6B"/>
                </a:solidFill>
              </a:defRPr>
            </a:pPr>
            <a:r>
              <a:rPr sz="1200" b="0">
                <a:solidFill>
                  <a:srgbClr val="8A7E6B"/>
                </a:solidFill>
              </a:rPr>
              <a:t>2026年7月</a:t>
            </a:r>
          </a:p>
        </p:txBody>
      </p:sp>
    </p:spTree>
    <p:extLst>
      <p:ext uri="{BB962C8B-B14F-4D97-AF65-F5344CB8AC3E}">
        <p14:creationId xmlns:p14="http://schemas.microsoft.com/office/powerpoint/2010/main" val="1452772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2026-07-19T07:26:23.2220000Z</dcterms:created>
  <dcterms:modified xsi:type="dcterms:W3CDTF">2026-07-19T07:26:23.2220000Z</dcterms:modified>
</coreProperties>
</file>